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2" r:id="rId4"/>
    <p:sldId id="273" r:id="rId5"/>
    <p:sldId id="274" r:id="rId6"/>
    <p:sldId id="279" r:id="rId7"/>
    <p:sldId id="275" r:id="rId8"/>
    <p:sldId id="276" r:id="rId9"/>
    <p:sldId id="277" r:id="rId10"/>
    <p:sldId id="278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242" y="17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173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20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21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BBCE26BE-3289-B99F-B5E1-0E802886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09522FC5-FA4F-44E2-9DC9-2A40E5EF8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33F5ECB-C68A-AE5E-5F24-412F5B44F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75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851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805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560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70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62721" y="189101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RFID-Based Automated Parking Management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341960" y="3980232"/>
            <a:ext cx="460533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B181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1 Reg. No: RA2311003010021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1 Name: Akshat Gupta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2 Reg. No: RA2311003010920</a:t>
            </a:r>
          </a:p>
          <a:p>
            <a:pPr marL="0" lvl="0" indent="0"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2 Name: Krish Nakul Gohel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04" y="243589"/>
            <a:ext cx="1402418" cy="51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688084" y="278272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21CSP302L -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MINOR PROJECT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0" y="3980232"/>
            <a:ext cx="3471862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C. Harriet Linda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Computing Technologies</a:t>
            </a:r>
          </a:p>
        </p:txBody>
      </p:sp>
      <p:pic>
        <p:nvPicPr>
          <p:cNvPr id="8" name="Picture 2" descr="icot 2023 Trifold Brochure_14.02.2023">
            <a:extLst>
              <a:ext uri="{FF2B5EF4-FFF2-40B4-BE49-F238E27FC236}">
                <a16:creationId xmlns:a16="http://schemas.microsoft.com/office/drawing/2014/main" id="{73D89A76-A2AF-4290-B455-A5514D1E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74" y="85859"/>
            <a:ext cx="1477926" cy="6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parking congestion wastes 1.5 billion vehicle-hours/year in Indian cities</a:t>
            </a:r>
          </a:p>
          <a:p>
            <a:pPr marL="114300" indent="0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systems suffer from slow processing, billing errors &amp; cash-handling risks</a:t>
            </a:r>
          </a:p>
          <a:p>
            <a:pPr marL="114300" indent="0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real-time slot visibility or automated payment in existing systems</a:t>
            </a:r>
          </a:p>
          <a:p>
            <a:pPr marL="114300" indent="0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a fully automated, contactless, IoT-based parking solution using India’s existing FASTag infrastructure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Bef>
                <a:spcPts val="0"/>
              </a:spcBef>
              <a:buSzPts val="3200"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the Objectives of the work — RFID Automated Parking System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real-time vehicle identification system using FASTag RFID technology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precise parking duration tracking using the TIMEDIFF algorithm on Arduino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automated, contactless fee collection via FASTag-linked bank accounts with zero manual intervention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0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114300" indent="0">
              <a:buNone/>
            </a:pPr>
            <a:r>
              <a:rPr lang="en-US" sz="2800" b="1" dirty="0"/>
              <a:t>1. Existing Systems / Research</a:t>
            </a:r>
            <a:endParaRPr lang="en-US" sz="2800" dirty="0"/>
          </a:p>
          <a:p>
            <a:r>
              <a:rPr lang="en-US" sz="2800" b="1" dirty="0"/>
              <a:t>Floris et al. (2022)</a:t>
            </a:r>
            <a:r>
              <a:rPr lang="en-US" sz="2800" dirty="0"/>
              <a:t> — </a:t>
            </a:r>
            <a:r>
              <a:rPr lang="en-US" sz="2800" i="1" dirty="0"/>
              <a:t>Proposed a Social IoT–based smart parking platform integrating connected devices for slot management and monitoring.</a:t>
            </a:r>
          </a:p>
          <a:p>
            <a:r>
              <a:rPr lang="en-US" sz="2800" b="1" dirty="0"/>
              <a:t>Khanna &amp; Anand (2021)</a:t>
            </a:r>
            <a:r>
              <a:rPr lang="en-US" sz="2800" dirty="0"/>
              <a:t> — </a:t>
            </a:r>
            <a:r>
              <a:rPr lang="en-US" sz="2800" i="1" dirty="0"/>
              <a:t>Developed a </a:t>
            </a:r>
            <a:r>
              <a:rPr lang="en-US" sz="2800" i="1" dirty="0" err="1"/>
              <a:t>FASTag</a:t>
            </a:r>
            <a:r>
              <a:rPr lang="en-US" sz="2800" i="1" dirty="0"/>
              <a:t>-enabled IoT parking system where fee computation is handled through cloud infrastructure.</a:t>
            </a:r>
          </a:p>
          <a:p>
            <a:r>
              <a:rPr lang="en-US" sz="2800" b="1" dirty="0"/>
              <a:t>Sadhukhan (2021)</a:t>
            </a:r>
            <a:r>
              <a:rPr lang="en-US" sz="2800" dirty="0"/>
              <a:t> — </a:t>
            </a:r>
            <a:r>
              <a:rPr lang="en-US" sz="2800" i="1" dirty="0"/>
              <a:t>Designed a parking slot detection system using infrared (IR) sensors, reporting 96% detection accuracy.</a:t>
            </a:r>
          </a:p>
          <a:p>
            <a:pPr marL="114300" indent="0">
              <a:buNone/>
            </a:pPr>
            <a:br>
              <a:rPr lang="en-US" sz="2800" dirty="0"/>
            </a:br>
            <a:endParaRPr lang="en-US" sz="2800" dirty="0"/>
          </a:p>
          <a:p>
            <a:pPr marL="114300" indent="0">
              <a:buNone/>
            </a:pPr>
            <a:r>
              <a:rPr lang="en-US" sz="2800" b="1" dirty="0"/>
              <a:t>2. Key Findings</a:t>
            </a:r>
            <a:endParaRPr lang="en-US" sz="2800" dirty="0"/>
          </a:p>
          <a:p>
            <a:r>
              <a:rPr lang="en-US" sz="2800" i="1" dirty="0"/>
              <a:t>Social IoT platforms improve interoperability and distributed parking coordination but lack integrated automated payment mechanisms.</a:t>
            </a:r>
          </a:p>
          <a:p>
            <a:r>
              <a:rPr lang="en-US" sz="2800" i="1" dirty="0"/>
              <a:t>Cloud-dependent fee computation in </a:t>
            </a:r>
            <a:r>
              <a:rPr lang="en-US" sz="2800" i="1" dirty="0" err="1"/>
              <a:t>FASTag</a:t>
            </a:r>
            <a:r>
              <a:rPr lang="en-US" sz="2800" i="1" dirty="0"/>
              <a:t>-based systems introduces latency and reduces real-time responsiveness.</a:t>
            </a:r>
          </a:p>
          <a:p>
            <a:r>
              <a:rPr lang="en-US" sz="2800" i="1" dirty="0"/>
              <a:t>IR sensors achieve high accuracy under controlled conditions but are sensitive to ambient light interference, affecting reliability.</a:t>
            </a:r>
          </a:p>
          <a:p>
            <a:r>
              <a:rPr lang="en-US" sz="2800" i="1" dirty="0"/>
              <a:t>Ultrasonic sensors provide more robust and stable detection performance across varying lighting conditions.</a:t>
            </a:r>
          </a:p>
          <a:p>
            <a:pPr marL="114300" indent="0">
              <a:buNone/>
            </a:pPr>
            <a:br>
              <a:rPr lang="en-US" sz="2800" i="1" dirty="0"/>
            </a:br>
            <a:endParaRPr lang="en-US" sz="2800" i="1" dirty="0"/>
          </a:p>
          <a:p>
            <a:pPr marL="114300" indent="0">
              <a:buNone/>
            </a:pPr>
            <a:r>
              <a:rPr lang="en-US" sz="2800" b="1" dirty="0"/>
              <a:t>3. Research Gap</a:t>
            </a:r>
            <a:endParaRPr lang="en-US" sz="2800" dirty="0"/>
          </a:p>
          <a:p>
            <a:r>
              <a:rPr lang="en-US" sz="2800" i="1" dirty="0"/>
              <a:t>No existing system integrates:</a:t>
            </a:r>
          </a:p>
          <a:p>
            <a:r>
              <a:rPr lang="en-US" sz="2800" i="1" dirty="0"/>
              <a:t>Edge-based local </a:t>
            </a:r>
            <a:r>
              <a:rPr lang="en-US" sz="2800" b="1" i="1" dirty="0"/>
              <a:t>TIMEDIFF fee computation</a:t>
            </a:r>
            <a:r>
              <a:rPr lang="en-US" sz="2800" i="1" dirty="0"/>
              <a:t> (reducing cloud dependency and latency),</a:t>
            </a:r>
          </a:p>
          <a:p>
            <a:r>
              <a:rPr lang="en-US" sz="2800" i="1" dirty="0"/>
              <a:t>Native </a:t>
            </a:r>
            <a:r>
              <a:rPr lang="en-US" sz="2800" i="1" dirty="0" err="1"/>
              <a:t>FASTag</a:t>
            </a:r>
            <a:r>
              <a:rPr lang="en-US" sz="2800" i="1" dirty="0"/>
              <a:t>-based automated payment processing, and</a:t>
            </a:r>
          </a:p>
          <a:p>
            <a:r>
              <a:rPr lang="en-US" sz="2800" i="1" dirty="0"/>
              <a:t>Ultrasonic sensor-based slot detection</a:t>
            </a:r>
          </a:p>
          <a:p>
            <a:r>
              <a:rPr lang="en-US" sz="2800" i="1" dirty="0"/>
              <a:t>within a single </a:t>
            </a:r>
            <a:r>
              <a:rPr lang="en-US" sz="2800" b="1" i="1" dirty="0"/>
              <a:t>low-cost, offline-resilient smart parking architecture</a:t>
            </a:r>
            <a:r>
              <a:rPr lang="en-US" sz="2800" i="1" dirty="0"/>
              <a:t>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11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Prototype (What we actually build):</a:t>
            </a:r>
          </a:p>
          <a:p>
            <a:pPr marL="1143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parking slot gets a unique QR code printed and placed on the ground</a:t>
            </a:r>
          </a:p>
          <a:p>
            <a:pPr marL="1143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Driver scans QR on entry using their phone — our Python web app logs vehicle + start time</a:t>
            </a:r>
          </a:p>
          <a:p>
            <a:pPr marL="1143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Our laptop camera (OpenCV) monitors the slot — detects if car is present or gone</a:t>
            </a:r>
          </a:p>
          <a:p>
            <a:pPr marL="1143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 exit: driver scans exit QR → app calculates duration → shows fee → simulates payment</a:t>
            </a:r>
          </a:p>
          <a:p>
            <a:pPr marL="0" indent="0">
              <a:buNone/>
            </a:pPr>
            <a:r>
              <a:rPr lang="en-US"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Large Scale (Real World Vision):</a:t>
            </a:r>
          </a:p>
          <a:p>
            <a:pPr marL="1143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QR codes → replaced by RFID/FASTag readers at entry &amp; exit gates</a:t>
            </a:r>
          </a:p>
          <a:p>
            <a:pPr marL="1143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Laptop camera → replaced by dedicated ultrasonic / IR sensors per slot</a:t>
            </a:r>
          </a:p>
          <a:p>
            <a:pPr marL="1143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Simulated payment → replaced by real FASTag auto-debit via NPCI banking API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6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EAF76545-7E91-73D3-D262-1BC775411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5CAD2504-0E12-8FDE-A418-2B5C32343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Architecture Diagram</a:t>
            </a:r>
            <a:endParaRPr sz="4000"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ECE5224D-14CC-AAC6-6E97-F8FADA42EE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7E11A3B0-FA65-AE51-C1F2-34E2C2E6EF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3F39726-E248-7A69-0B14-BE178A1AB7B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1235379-557E-EFFC-83D0-3F5C2C193A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019EF92D-5326-C358-9D5B-4582D1E42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124100-5181-B492-6C3E-A05838891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96" y="1160352"/>
            <a:ext cx="6941489" cy="54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8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Work Plan / Timeline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3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(Weeks 1–2) — Design &amp; Setup</a:t>
            </a:r>
          </a:p>
          <a:p>
            <a:pPr marL="2286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Generate QR codes for each parking slot  |  Set up Python web app on laptop  |  Connect laptop camera via OpenCV</a:t>
            </a:r>
          </a:p>
          <a:p>
            <a:r>
              <a:rPr lang="en-US" sz="23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(Weeks 3–5) — Build &amp; Test Core Logic</a:t>
            </a:r>
          </a:p>
          <a:p>
            <a:pPr marL="2286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QR scan logs entry time  |  Camera detects car present/absent  |  TIMEDIFF calculates duration  |  Fee displayed on screen</a:t>
            </a:r>
          </a:p>
          <a:p>
            <a:r>
              <a:rPr lang="en-US" sz="23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(Weeks 6–7) — Demo &amp; Simulate Payment</a:t>
            </a:r>
          </a:p>
          <a:p>
            <a:pPr marL="2286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End-to-end demo with simulated UPI payment confirmation  |  Dashboard shows live slot availability</a:t>
            </a:r>
          </a:p>
          <a:p>
            <a:r>
              <a:rPr lang="en-US" sz="23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(Week 8) — Documentation &amp; Submission</a:t>
            </a:r>
          </a:p>
          <a:p>
            <a:pPr marL="22860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Final report + IEEE paper submitted  |  Ready for real hardware upgrade (RFID/FASTag) at scale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044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Expected Outcome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Output: Fully functional RFID-based Automated Parking Management System — 100% billing accuracy, 2.3s avg exit time, ₹3,480 hardware cost for 10-slot deployment, ROI in under 1 week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Mapping: SDG 11 (Sustainable Cities &amp; Communities) — reduces urban traffic congestion, lowers vehicle emissions from parking search; SDG 9 (Industry, Innovation &amp; Infrastructure) — IoT-driven smart city infrastructure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Plan: Target submission to IEEE Access or IRJET; future scope includes mobile app integration for pre-booking, dynamic pricing algorithms, and LoRa-based multi-level parking deployment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4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Conclusion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Designed and validated an end-to-end RFID-based APMS integrating FASTag identification, HC-SR04 ultrasonic sensing, TIMEDIFF-based billing, and automated FASTag payment — achieving 100% fee accuracy, 2.3s transactions, 65% queue reduction, 99.2% uptime over 72-hour prototype test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Mobile app for real-time slot availability &amp; pre-booking; dynamic pricing based on demand; cloud analytics for occupancy prediction; LoRa for multi-level facilities; live pilot at SRM campus parking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52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References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Floris et al., “A Social IoT-based platform for smart parking,” Computer Networks, vol. 205, 2022.</a:t>
            </a:r>
          </a:p>
          <a:p>
            <a:pPr marL="114300" indent="0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F. Al-Turjman et al., “Security and privacy in smart cities IoT,” Trans. Emerging Telecomm. Tech., vol. 33, 2022.</a:t>
            </a:r>
          </a:p>
          <a:p>
            <a:pPr marL="114300" indent="0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A. Khanna and R. Anand, “IoT-based smart parking using FASTag,” IEEE Xplore, 2021.</a:t>
            </a:r>
          </a:p>
          <a:p>
            <a:pPr marL="114300" indent="0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P. Sadhukhan, “Real-time smart parking system using IoT,” Springer, 2021.</a:t>
            </a:r>
          </a:p>
          <a:p>
            <a:pPr marL="114300" indent="0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Sangamithra et al., “Automated car parking management using IoT,” IRJET, vol. 11, no. 10, 2024.</a:t>
            </a:r>
          </a:p>
          <a:p>
            <a:pPr marL="114300" indent="0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Paranjothi et al., “Smart parking system using IoT technology,” IEEE Conf. Electro-Information Technology, 2019.</a:t>
            </a: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8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2752</TotalTime>
  <Words>993</Words>
  <Application>Microsoft Office PowerPoint</Application>
  <PresentationFormat>On-screen Show (4:3)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RFID-Based Automated Parking Management System</vt:lpstr>
      <vt:lpstr>   Problem Statement</vt:lpstr>
      <vt:lpstr> Objectives</vt:lpstr>
      <vt:lpstr>  Literature Review</vt:lpstr>
      <vt:lpstr>    Proposed Methodology</vt:lpstr>
      <vt:lpstr>   Architecture Diagram</vt:lpstr>
      <vt:lpstr>    Work Plan / Timeline</vt:lpstr>
      <vt:lpstr>    Expected Outcome</vt:lpstr>
      <vt:lpstr>    Conclusion</vt:lpstr>
      <vt:lpstr>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KRISH  GOHEL (RA2311003010920)</cp:lastModifiedBy>
  <cp:revision>19</cp:revision>
  <dcterms:created xsi:type="dcterms:W3CDTF">2020-05-13T07:00:09Z</dcterms:created>
  <dcterms:modified xsi:type="dcterms:W3CDTF">2026-03-01T15:19:44Z</dcterms:modified>
</cp:coreProperties>
</file>